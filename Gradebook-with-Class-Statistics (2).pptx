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2682"/>
            <a:ext cx="87945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Gradebook with Class Statistics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508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 Programming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237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418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598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By: Harsh Vardhan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79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By: Ms. Naina Devi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959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 Programming in 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4140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Used: VS Code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21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46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667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08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and Technologies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Description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Working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61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0621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5043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951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4412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Gradebook with Class Statistics project is a simple C-based program designed to manage students' marks and analyze academic performance.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8879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helps in calculating: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060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marks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9482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score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3904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distribution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00848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the practical use of loops, conditional statements, and basic logic in C programming.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969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72703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Challenge: Manual Calculations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08177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Manually calculating class statistics such as average marks, highest marks, and grade distribution is time-consuming and error-prone.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572703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Solution: An Automated C Program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50817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 program that: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407515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Takes marks of multiple students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488025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assigns grades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532245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class statistics efficiently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612755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without using arrays (memory efficient)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2002"/>
            <a:ext cx="6536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and Technologies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07757"/>
            <a:ext cx="34011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Programming Language: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58890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475976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Studio Code (VS Code)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3494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80190" y="593062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30077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Concepts Used: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358890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403109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Statements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447329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491549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Arithmetic Operations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63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Description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87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program accepts the number of students and their marks one by one.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667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processes data without using arrays and calculates: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384834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084" y="464212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and average marks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384834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74256" y="464212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marks in the class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4384834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97427" y="464212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students in each grade (A, B, C, D, F)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8803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are assigned based on predefined mark ranges.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FE90AE-F928-A41D-EFA7-4648DD991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63" y="797169"/>
            <a:ext cx="7276079" cy="6377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4AC8D-22FA-7B55-6BD6-9BC438029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508" y="649071"/>
            <a:ext cx="6400184" cy="693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0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3422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Working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605082"/>
            <a:ext cx="578406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64958" y="1797844"/>
            <a:ext cx="37330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enters number of students</a:t>
            </a:r>
            <a:endParaRPr lang="en-US" sz="1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993" y="2954655"/>
            <a:ext cx="578406" cy="1143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54160" y="3147417"/>
            <a:ext cx="348662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Marks are entered one by one</a:t>
            </a:r>
            <a:endParaRPr lang="en-US" sz="18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195" y="4304228"/>
            <a:ext cx="578406" cy="1143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43363" y="449699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Program: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2143363" y="4913828"/>
            <a:ext cx="6206847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marks to total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2143363" y="5289590"/>
            <a:ext cx="6206847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top score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2143363" y="5665351"/>
            <a:ext cx="6206847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grades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398" y="6359247"/>
            <a:ext cx="578406" cy="1143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432566" y="6552009"/>
            <a:ext cx="400550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class statistics are displayed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644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2020372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0906" y="2013347"/>
            <a:ext cx="29778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Schools and Colleges</a:t>
            </a:r>
            <a:endParaRPr lang="en-US" sz="2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3161467"/>
            <a:ext cx="340162" cy="34016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30906" y="3154442"/>
            <a:ext cx="3668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Teacher's mark evaluation</a:t>
            </a:r>
            <a:endParaRPr lang="en-US" sz="2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4302562"/>
            <a:ext cx="340162" cy="34016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30906" y="4295537"/>
            <a:ext cx="44741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performance analysis</a:t>
            </a:r>
            <a:endParaRPr lang="en-US" sz="2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5443657"/>
            <a:ext cx="340162" cy="34016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530906" y="5436632"/>
            <a:ext cx="6404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project for C programming beginners</a:t>
            </a:r>
            <a:endParaRPr lang="en-US" sz="22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6584752"/>
            <a:ext cx="340162" cy="34016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30906" y="6577727"/>
            <a:ext cx="46410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Small-scale examination systems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1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120146"/>
            <a:ext cx="3664744" cy="1532930"/>
          </a:xfrm>
          <a:prstGeom prst="roundRect">
            <a:avLst>
              <a:gd name="adj" fmla="val 9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93790" y="2089666"/>
            <a:ext cx="36647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285940" y="177998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490014" y="195012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084" y="2687122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and easy to use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685348" y="2120146"/>
            <a:ext cx="3664863" cy="1532930"/>
          </a:xfrm>
          <a:prstGeom prst="roundRect">
            <a:avLst>
              <a:gd name="adj" fmla="val 9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85348" y="2089666"/>
            <a:ext cx="3664863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177498" y="177998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381571" y="195012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942642" y="2687122"/>
            <a:ext cx="31502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array used (low memory consumption)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93790" y="4220051"/>
            <a:ext cx="3664744" cy="1532930"/>
          </a:xfrm>
          <a:prstGeom prst="roundRect">
            <a:avLst>
              <a:gd name="adj" fmla="val 9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93790" y="4189571"/>
            <a:ext cx="36647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285940" y="387989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490014" y="405003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051084" y="4787027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 and accurate calculations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685348" y="4220051"/>
            <a:ext cx="3664863" cy="1532930"/>
          </a:xfrm>
          <a:prstGeom prst="roundRect">
            <a:avLst>
              <a:gd name="adj" fmla="val 9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685348" y="4189571"/>
            <a:ext cx="3664863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177498" y="387989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81571" y="405003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4942642" y="4787027"/>
            <a:ext cx="31502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Beginner-friendly logic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93790" y="6319957"/>
            <a:ext cx="7556421" cy="1178600"/>
          </a:xfrm>
          <a:prstGeom prst="roundRect">
            <a:avLst>
              <a:gd name="adj" fmla="val 124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793790" y="6289477"/>
            <a:ext cx="7556421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231779" y="597979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435852" y="614993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51084" y="6886932"/>
            <a:ext cx="5460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 be extended for advanced features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8106"/>
            <a:ext cx="74458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 &amp; 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50513"/>
            <a:ext cx="6407944" cy="3090982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3384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875365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student names and roll numbers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43175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data using files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475976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to menu-driven program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5201960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Graphical grade distribution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564415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or GUI-based version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150513"/>
            <a:ext cx="6408063" cy="3090982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62982" y="3384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62982" y="3875365"/>
            <a:ext cx="59391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successfully demonstrates how C programming can be used to analyze academic data efficiently. It strengthens core programming concepts and provides a foundation for advanced applications.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399</Words>
  <Application>Microsoft Office PowerPoint</Application>
  <PresentationFormat>Custom</PresentationFormat>
  <Paragraphs>98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Abhiharsh Harshi</cp:lastModifiedBy>
  <cp:revision>2</cp:revision>
  <dcterms:created xsi:type="dcterms:W3CDTF">2025-12-29T16:06:05Z</dcterms:created>
  <dcterms:modified xsi:type="dcterms:W3CDTF">2026-01-03T03:46:56Z</dcterms:modified>
</cp:coreProperties>
</file>